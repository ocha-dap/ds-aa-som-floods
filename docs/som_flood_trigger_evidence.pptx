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Somalia riverine floods: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data and the rules for anticipatory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trigger evidence for the Juba and Shabelle  |  GEOGloWS | GloFAS v4/v5 | Google GRRR | SWALIM gauges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OCHA Centre for Humanitarian Data  |  Data Science  |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is: evidence for a flood trigger that releases funds before the peak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Anticipatory action pre-arranges CERF financing against a pre-agreed trigger: when the trigger condition is met, money moves automatically, days before the flood impact peaks. The negotiation happens at design time, not crisis time.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design needs evidence for three questions: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flood data source can be trusted, and where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lead time the forecasts genuinely carry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rule detects the real flood years at an acceptable false-alarm rate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0" y="123444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4EFE6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13441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452360" y="20756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streamflow products evaluated head-to-head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784080" y="123444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4EFE6"/>
          </a:solidFill>
          <a:ln/>
        </p:spPr>
      </p:sp>
      <p:sp>
        <p:nvSpPr>
          <p:cNvPr id="8" name="Text 6"/>
          <p:cNvSpPr/>
          <p:nvPr/>
        </p:nvSpPr>
        <p:spPr>
          <a:xfrm>
            <a:off x="9921240" y="134416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921240" y="20756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points on the two rivers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0" y="283464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4EFE6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29443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yrs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452360" y="36758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benchmark record (1998-2023)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784080" y="283464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4EFE6"/>
          </a:solidFill>
          <a:ln/>
        </p:spPr>
      </p:sp>
      <p:sp>
        <p:nvSpPr>
          <p:cNvPr id="14" name="Text 12"/>
          <p:cNvSpPr/>
          <p:nvPr/>
        </p:nvSpPr>
        <p:spPr>
          <a:xfrm>
            <a:off x="9921240" y="294436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921240" y="36758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seasons per year: Gu | Deyr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0" y="4434840"/>
            <a:ext cx="4343400" cy="1691640"/>
          </a:xfrm>
          <a:prstGeom prst="roundRect">
            <a:avLst>
              <a:gd name="adj" fmla="val 4324"/>
            </a:avLst>
          </a:prstGeom>
          <a:solidFill>
            <a:srgbClr val="0B2E4F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461772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traces to an executed notebook in the repo, reading shared data on Azure blob.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ds-knowledge-base trigger-design + NGA 2026 workflow, adapted   |   ds-aa-som-floods | analysis 01-10 | Aug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How: the team's Nigeria workflow, adapted to Somalia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80160" y="1371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121408" cy="1737360"/>
          </a:xfrm>
          <a:prstGeom prst="roundRect">
            <a:avLst>
              <a:gd name="adj" fmla="val 4211"/>
            </a:avLst>
          </a:prstGeom>
          <a:solidFill>
            <a:srgbClr val="F4EFE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22860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" y="28346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vs real gauge discharge (nb 02-04)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84448" y="1371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584448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07208" y="2148840"/>
            <a:ext cx="2121408" cy="1737360"/>
          </a:xfrm>
          <a:prstGeom prst="roundRect">
            <a:avLst>
              <a:gd name="adj" fmla="val 4211"/>
            </a:avLst>
          </a:prstGeom>
          <a:solidFill>
            <a:srgbClr val="F4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916936" y="22860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a flood year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16936" y="28346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vs gauge benchmark (nb 05)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88736" y="1371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888736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11496" y="2148840"/>
            <a:ext cx="2121408" cy="1737360"/>
          </a:xfrm>
          <a:prstGeom prst="roundRect">
            <a:avLst>
              <a:gd name="adj" fmla="val 4211"/>
            </a:avLst>
          </a:prstGeom>
          <a:solidFill>
            <a:srgbClr val="F4EFE6"/>
          </a:solidFill>
          <a:ln/>
        </p:spPr>
      </p:sp>
      <p:sp>
        <p:nvSpPr>
          <p:cNvPr id="16" name="Text 14"/>
          <p:cNvSpPr/>
          <p:nvPr/>
        </p:nvSpPr>
        <p:spPr>
          <a:xfrm>
            <a:off x="5221224" y="22860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&amp; select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21224" y="28346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stations track the benchmark (nb 06-07)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93024" y="1371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15784" y="2148840"/>
            <a:ext cx="2121408" cy="1737360"/>
          </a:xfrm>
          <a:prstGeom prst="roundRect">
            <a:avLst>
              <a:gd name="adj" fmla="val 4211"/>
            </a:avLst>
          </a:prstGeom>
          <a:solidFill>
            <a:srgbClr val="F4EFE6"/>
          </a:solidFill>
          <a:ln/>
        </p:spPr>
      </p:sp>
      <p:sp>
        <p:nvSpPr>
          <p:cNvPr id="21" name="Text 19"/>
          <p:cNvSpPr/>
          <p:nvPr/>
        </p:nvSpPr>
        <p:spPr>
          <a:xfrm>
            <a:off x="7525512" y="22860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trigger rules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25512" y="28346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N-of-M stations over RP thresholds (nb 08-09)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97312" y="1371600"/>
            <a:ext cx="566928" cy="566928"/>
          </a:xfrm>
          <a:prstGeom prst="ellipse">
            <a:avLst/>
          </a:prstGeom>
          <a:solidFill>
            <a:srgbClr val="F4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7312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720072" y="2148840"/>
            <a:ext cx="2121408" cy="1737360"/>
          </a:xfrm>
          <a:prstGeom prst="roundRect">
            <a:avLst>
              <a:gd name="adj" fmla="val 4211"/>
            </a:avLst>
          </a:prstGeom>
          <a:solidFill>
            <a:srgbClr val="F4EFE6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22860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mechanism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29800" y="28346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+ action, RP bookkeeping (nb 10)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4297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Somalia twists the Nigeria design never needed: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" y="47091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wet seasons (Gu: Mar-May | Deyr: Oct-Dec), so every window is designed per season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river gauges (SWALIM): Nigeria had to trust satellite flood extent; Somalia can check it, and that check changed the design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frameworks/nga-flooding 2026-06-18 | methods/trigger-design.md   |   ds-aa-som-floods | analysis 01-10 | Aug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monitor: 18 points, 2 rivers, 1 reference gauge each</a:t>
            </a:r>
            <a:endParaRPr lang="en-US" sz="3000" dirty="0"/>
          </a:p>
        </p:txBody>
      </p:sp>
      <p:pic>
        <p:nvPicPr>
          <p:cNvPr id="3" name="Image 0" descr="C:\Users\pauni\AppData\Local\Temp\claude\C--Users-pauni-Desktop-Work-OCHA-GitHub\f11e6aed-1a18-4740-beb3-3ee68ff96279\scratchpad\deck\stati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120640" cy="539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1371600"/>
            <a:ext cx="5852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set: 7 Shabelle + 8 Juba points on the GloFAS grid, plus 3 retained stations (Dollow, Mahadey Weyne, Saakow).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gauges (stars) carry the action leg: Belet Weyne for the Shabelle | Luuq for the Juba.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matched to its model counterparts: a TDX-Hydro river reach (GEOGloWS), a HydroBASINS basin (Google GRRR), and a GloFAS grid cell: matching validated by walking the river network, after nearest-point matching mis-assigned 2 stations at confluences.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18 points link to a SWALIM gauge: the rest are model-only and cannot be verified against observations.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10 | registry: src/constants.py   |   ds-aa-som-floods | analysis 01-10 | Aug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trust the models? Two of four, and only after checking</a:t>
            </a:r>
            <a:endParaRPr lang="en-US" sz="3000" dirty="0"/>
          </a:p>
        </p:txBody>
      </p:sp>
      <p:pic>
        <p:nvPicPr>
          <p:cNvPr id="3" name="Image 0" descr="C:\Users\pauni\AppData\Local\Temp\claude\C--Users-pauni-Desktop-Work-OCHA-GitHub\f11e6aed-1a18-4740-beb3-3ee68ff96279\scratchpad\deck\bias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667512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128016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shows: each model's median flow vs real observed discharge (log scale). 1.0 = unbiased.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GloFAS v5 and Google GRRR sit near 1.0: usable as-is. GEOGloWS runs 6-7x too wet, GloFAS v4 4-5x: their absolute values are unusable without correction; only rank-based (return-period) use is safe.</a:t>
            </a:r>
            <a:endParaRPr lang="en-US" sz="135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Bardheere: every model 'fails' the same way, which indicts the gauge, not the models.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02920" y="457200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4EFE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8006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 that shapes the whole design: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GloFAS v5 (the best-calibrated reanalysis) publishes no reforecast, so it cannot be evaluated at lead time. And GEOGloWS forecasts run at 0.6-0.7x its own history, so thresholds fitted on its past never fire on its forecasts: a structural break we also confirmed in the team's Nepal work.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04 | observed discharge: SNRFA station pages (EF5 work)   |   ds-aa-som-floods | analysis 01-10 | Aug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a flood year? The satellite and the gauges disagree</a:t>
            </a:r>
            <a:endParaRPr lang="en-US" sz="3000" dirty="0"/>
          </a:p>
        </p:txBody>
      </p:sp>
      <p:pic>
        <p:nvPicPr>
          <p:cNvPr id="3" name="Image 0" descr="C:\Users\pauni\AppData\Local\Temp\claude\C--Users-pauni-Desktop-Work-OCHA-GitHub\f11e6aed-1a18-4740-beb3-3ee68ff96279\scratchpad\deck\season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85216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7033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flood seasons resolve cleanly in every dataset: the disagreement is about which years were extreme.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0" y="12344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4EFE6"/>
          </a:solidFill>
          <a:ln/>
        </p:spPr>
      </p:sp>
      <p:sp>
        <p:nvSpPr>
          <p:cNvPr id="6" name="Text 3"/>
          <p:cNvSpPr/>
          <p:nvPr/>
        </p:nvSpPr>
        <p:spPr>
          <a:xfrm>
            <a:off x="6720840" y="13441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720840" y="207568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flood seasons shared between satellite (Floodscan) and the Belet Weyne gauge: Shabelle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189720" y="12344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4EFE6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0" y="13441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6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326880" y="207568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on the Juba at Luuq: satellite usable there as corroboration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0" y="33832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0B2E4F"/>
          </a:solidFill>
          <a:ln/>
        </p:spPr>
      </p:sp>
      <p:sp>
        <p:nvSpPr>
          <p:cNvPr id="12" name="Text 9"/>
          <p:cNvSpPr/>
          <p:nvPr/>
        </p:nvSpPr>
        <p:spPr>
          <a:xfrm>
            <a:off x="6812280" y="361188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gauge record contains the documented disasters (Deyr 2006, 2019, 2023); the satellite record does not. Calibrating triggers to the satellite would have optimised for the wrong events. All thresholds in this analysis are anchored to the SWALIM gauges.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05-06 | Floodscan SFED 1998-2023 vs SWALIM seasonal max levels   |   ds-aa-som-floods | analysis 01-10 | Aug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warning do forecasts really give?</a:t>
            </a:r>
            <a:endParaRPr lang="en-US" sz="3000" dirty="0"/>
          </a:p>
        </p:txBody>
      </p:sp>
      <p:pic>
        <p:nvPicPr>
          <p:cNvPr id="3" name="Image 0" descr="C:\Users\pauni\AppData\Local\Temp\claude\C--Users-pauni-Desktop-Work-OCHA-GitHub\f11e6aed-1a18-4740-beb3-3ee68ff96279\scratchpad\deck\auc_by_l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630936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128016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shows: each source's ability to rank flood days above normal days (AUC; 0.5 = coin flip), by forecast lead.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curves are flat from 1 to 7 days: forecasts add almost nothing beyond knowing today's river state. The skill that exists is memory, not weather prediction: the same conclusion as the EF5 modelling.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is also good news: a 7-day trigger costs little vs a 1-day one, wherever skill exists at all.</a:t>
            </a:r>
            <a:endParaRPr lang="en-US" sz="13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GRRR is the only source with Shabelle skill (AUC 0.92-0.97 in its window). GloFAS is at chance there, but works at Dollow on the Juba.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02920" y="5120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extremes are under-forecast: both models' 7-day reforecasts miss Deyr 2023 at return-period thresholds, even where day-ranking skill is high.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03 | GRRR 2016-23 | GloFAS 2003-23 | GEOGloWS 2024-26 (different windows)   |   ds-aa-som-floods | analysis 01-10 | Aug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that works: station consensus, validated on events, not correlation</a:t>
            </a:r>
            <a:endParaRPr lang="en-US" sz="3000" dirty="0"/>
          </a:p>
        </p:txBody>
      </p:sp>
      <p:pic>
        <p:nvPicPr>
          <p:cNvPr id="3" name="Image 0" descr="C:\Users\pauni\AppData\Local\Temp\claude\C--Users-pauni-Desktop-Work-OCHA-GitHub\f11e6aed-1a18-4740-beb3-3ee68ff96279\scratchpad\deck\trigger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7589520" cy="2148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0" y="12344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shows: 25 years x 4 windows. Teal = trigger and benchmark agree | amber = false alarm | red = miss.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rule per window: at least N of 8 stations exceed their own return-period threshold on the same day.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365760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4EFE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8404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windows (vs the 4-yr benchmark):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Shabelle Deyr: GRRR, RP5 at ≥2/8 stations: catches 2006 | 2014 | 2019 | 2023, one false alarm (2008, itself a real moderate-flood season)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Juba Gu: GRRR, RP4 at ≥2/8: POD 0.80 | FAR 0.33 | fires ~1-in-4.3 yrs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365760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0B2E4F"/>
          </a:solidFill>
          <a:ln/>
        </p:spPr>
      </p:sp>
      <p:sp>
        <p:nvSpPr>
          <p:cNvPr id="8" name="Text 5"/>
          <p:cNvSpPr/>
          <p:nvPr/>
        </p:nvSpPr>
        <p:spPr>
          <a:xfrm>
            <a:off x="6446520" y="384048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that generalises: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GloFAS won the correlation ranking but rates the historic Deyr 2023 flood as unremarkable (0 of 8 stations over RP3). Correlation measures day-to-day tracking; triggers must be validated on which events they catch. Source selection by rho alone would have shipped a trigger blind to 2023.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08-09 | thresholds: Weibull on each station's own seasonal maxima   |   ds-aa-som-floods | analysis 01-10 | Aug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mechanism: forecast readiness, observed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6858000" cy="1298448"/>
          </a:xfrm>
          <a:prstGeom prst="roundRect">
            <a:avLst>
              <a:gd name="adj" fmla="val 5634"/>
            </a:avLst>
          </a:prstGeom>
          <a:solidFill>
            <a:srgbClr val="F4EFE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527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 |  7-12 days ahead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184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GloFAS ensemble at the reference station over its RP3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299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partners, ~5% of funds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624328"/>
            <a:ext cx="6858000" cy="1298448"/>
          </a:xfrm>
          <a:prstGeom prst="roundRect">
            <a:avLst>
              <a:gd name="adj" fmla="val 5634"/>
            </a:avLst>
          </a:prstGeom>
          <a:solidFill>
            <a:srgbClr val="F4EFE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340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|  ≤6 days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9981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SWALIM observed level: Belet Weyne ≥ high (7.3 m) | Luuq ≥ moderate (5.5 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5112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release: certain, cannot miss a real flood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11887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'Gauges are not forecasts?': anticipation comes from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readiness leg having mobilised days earlier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upstream-to-downstream travel time: a crossing at Belet Weyne is hydraulic certainty for the reaches below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lagging the gauge: inundation and needs peak over 1-3 weeks</a:t>
            </a:r>
            <a:endParaRPr lang="en-US" sz="1400" dirty="0"/>
          </a:p>
        </p:txBody>
      </p:sp>
      <p:pic>
        <p:nvPicPr>
          <p:cNvPr id="12" name="Image 0" descr="C:\Users\pauni\AppData\Local\Temp\claude\C--Users-pauni-Desktop-Work-OCHA-GitHub\f11e6aed-1a18-4740-beb3-3ee68ff96279\scratchpad\deck\mechanism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160520"/>
            <a:ext cx="8412480" cy="2057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15400" y="4663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action years per window, 1999-2023. Bottom row: years at least one window fires.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10 | precedent: Nepal action trigger includes observed danger levels   |   ds-aa-som-floods | analysis 01-10 | Aug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often would it fire? The number a donor reads first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EF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3.3-4.6 yr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214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window's own return period: all inside the 1-in-3..5 portfolio band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51960" y="12801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EFE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3898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yr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389120" y="21214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some window fires in 13 of 25 years: the arithmetic of four 3-5 yr windows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01000" y="128016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EFE6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3898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2.0 yr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138160" y="212140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(max spend): depends on the funding split: no year in the record fired all four windows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11155680" cy="2651760"/>
          </a:xfrm>
          <a:prstGeom prst="roundRect">
            <a:avLst>
              <a:gd name="adj" fmla="val 2759"/>
            </a:avLst>
          </a:prstGeom>
          <a:solidFill>
            <a:srgbClr val="F4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1188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whole envelope releases on any window ('all-in'), the fund pays out every two years on average: likely too hot. Splitting the envelope per river or per window keeps each window at a defensible 1-in-3..5 while the maximum annual bill stays rare. The split is a framework-team decision; the numbers argue for it.</a:t>
            </a:r>
            <a:endParaRPr lang="en-US" sz="1550" dirty="0"/>
          </a:p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convention: report individual, overall and effective return periods together, always (methods/return-periods.md).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10 | Weibull RP = (n+1)/activations   |   ds-aa-som-floods | analysis 01-10 | Aug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solid is this? Direction confident, magnitude approximate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at every join: 4 models x real gauges, 2 independent benchmarks, event-level checks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3 silent failure modes before they shaped the trigger (satellite benchmark, GloFAS 2023 blindness, GEOGloWS forecast break)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replicate independent work: Nepal (GEOGloWS), EF5 (lead-time limits)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reproducible: 10 notebooks, shared data, team-standard methods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0936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55448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~5-7 flood events per window: one event moves POD by 0.2; best-of-grid configs flatter themselves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starts 1998: the 1997/98 El Niño (worst in living memory) is outside every fit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hazard-to-impact link unverified: activation years not yet checked against displacement/needs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band (7-12 d) still a lead-7 proxy: real data downloading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analyst: needs peer re-derivation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solid pre-framework evidence | not yet a trigger report   |   ds-aa-som-floods | analysis 01-10 | Aug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A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0" y="176479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day GloFAS reforecast lands (downloading): readiness band evaluated for real; Juba delta points complete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A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290779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impact-record cross-check: do activation years match displacement and needs? (the mandatory second historical record)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A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405079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specification with the working group: target RP, lead times, funding split: then the formal trigger report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51206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120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519379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review: a colleague re-derives the headline numbers from the notebooks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ds-aa-som-floods (notebooks 01-10)  |  Data: Azure blob projects/dev  |  KB: analysis/som-flooding-multisource.md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2026-08-04T12:48:57Z</dcterms:created>
  <dcterms:modified xsi:type="dcterms:W3CDTF">2026-08-04T12:48:57Z</dcterms:modified>
</cp:coreProperties>
</file>